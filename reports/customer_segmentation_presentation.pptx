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Using Unsupervised Learning</a:t>
            </a:r>
          </a:p>
          <a:p>
            <a:r>
              <a:rPr dirty="0"/>
              <a:t>Name: </a:t>
            </a:r>
            <a:r>
              <a:rPr lang="en-IN" dirty="0"/>
              <a:t>D. Sai vardhan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segmentation groups customers based on behavior.</a:t>
            </a:r>
          </a:p>
          <a:p>
            <a:r>
              <a:t>Helps improve marketing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has no labels.</a:t>
            </a:r>
          </a:p>
          <a:p>
            <a:r>
              <a:t>Goal: Identify customer segments using clustering.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Marketing Campaign Dataset</a:t>
            </a:r>
          </a:p>
          <a:p>
            <a:r>
              <a:t>~2240 customers</a:t>
            </a:r>
          </a:p>
          <a:p>
            <a:r>
              <a:t>Features: Age, Income, Spending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missing values</a:t>
            </a:r>
          </a:p>
          <a:p>
            <a:r>
              <a:t>Encoded categorical data</a:t>
            </a:r>
          </a:p>
          <a:p>
            <a:r>
              <a:t>Created Age feature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RFM Model:</a:t>
            </a:r>
          </a:p>
          <a:p>
            <a:r>
              <a:t>Recency</a:t>
            </a:r>
          </a:p>
          <a:p>
            <a:r>
              <a:t>Frequency</a:t>
            </a:r>
          </a:p>
          <a:p>
            <a:r>
              <a:t>Monetary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KMeans</a:t>
            </a:r>
          </a:p>
          <a:p>
            <a:r>
              <a:t>Hierarchical</a:t>
            </a:r>
          </a:p>
          <a:p>
            <a:r>
              <a:t>DBSCAN</a:t>
            </a:r>
          </a:p>
          <a:p>
            <a:r>
              <a:t>GMM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Elbow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Used to find optimal clusters</a:t>
            </a:r>
          </a:p>
          <a:p>
            <a:r>
              <a:rPr dirty="0"/>
              <a:t>k = 4 selected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4F7407-C65A-A65F-31FD-EFA90CE5D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654710"/>
            <a:ext cx="6096000" cy="39286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032" y="274638"/>
            <a:ext cx="8229600" cy="1143000"/>
          </a:xfrm>
        </p:spPr>
        <p:txBody>
          <a:bodyPr/>
          <a:lstStyle/>
          <a:p>
            <a:r>
              <a:rPr dirty="0"/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Silhouette Score</a:t>
            </a:r>
            <a:r>
              <a:rPr lang="en-IN" dirty="0"/>
              <a:t> : 0.24523696359524327</a:t>
            </a:r>
            <a:endParaRPr dirty="0"/>
          </a:p>
          <a:p>
            <a:r>
              <a:rPr dirty="0"/>
              <a:t>Davies-Bouldin Score</a:t>
            </a:r>
            <a:r>
              <a:rPr lang="en-IN" dirty="0"/>
              <a:t>: 1.513219738015584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PCA used for visualization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90D827-A266-7647-D1C9-B867EBA3D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63096"/>
            <a:ext cx="6096000" cy="42401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Premium customers</a:t>
            </a:r>
          </a:p>
          <a:p>
            <a:r>
              <a:t>Budget customers</a:t>
            </a:r>
          </a:p>
          <a:p>
            <a:r>
              <a:t>At-risk customers</a:t>
            </a:r>
          </a:p>
          <a:p>
            <a:r>
              <a:t>Regular customers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Segmentation helps improve business decisions</a:t>
            </a:r>
          </a:p>
          <a:p>
            <a:r>
              <a:t>Data-driven marketing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121</Words>
  <Application>Microsoft Office PowerPoint</Application>
  <PresentationFormat>On-screen Show (4:3)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Customer Segmentation</vt:lpstr>
      <vt:lpstr>Introduction</vt:lpstr>
      <vt:lpstr>Problem Statement</vt:lpstr>
      <vt:lpstr>Dataset</vt:lpstr>
      <vt:lpstr>Preprocessing</vt:lpstr>
      <vt:lpstr>Feature Engineering</vt:lpstr>
      <vt:lpstr>Algorithms</vt:lpstr>
      <vt:lpstr>Elbow Method</vt:lpstr>
      <vt:lpstr>Model Evaluation</vt:lpstr>
      <vt:lpstr>Visualization</vt:lpstr>
      <vt:lpstr>Business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VARDHAN DASOJU</dc:creator>
  <cp:keywords/>
  <dc:description>generated using python-pptx</dc:description>
  <cp:lastModifiedBy>VARDHAN DASOJU</cp:lastModifiedBy>
  <cp:revision>2</cp:revision>
  <dcterms:created xsi:type="dcterms:W3CDTF">2013-01-27T09:14:16Z</dcterms:created>
  <dcterms:modified xsi:type="dcterms:W3CDTF">2026-03-24T07:23:15Z</dcterms:modified>
  <cp:category/>
</cp:coreProperties>
</file>